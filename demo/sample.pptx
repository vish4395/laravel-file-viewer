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Sz cx="9144000" cy="6858000"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sp>
        <p:spPr>
          <a:xfrm>
            <a:off x="1800000" y="900000"/>
            <a:ext cx="5400000" cy="900000"/>
          </a:xfrm>
        </p:spPr>
        <p:txBody>
          <a:bodyPr/>
          <a:p>
            <a:r>
              <a:rPr b="1" sz="3600"/>
              <a:t>Laravel File Viewer</a:t>
            </a:r>
          </a:p>
        </p:txBody>
      </p:sp>
      <p:sp>
        <p:spPr>
          <a:xfrm>
            <a:off x="1800000" y="2100000"/>
            <a:ext cx="5400000" cy="600000"/>
          </a:xfrm>
        </p:spPr>
        <p:txBody>
          <a:bodyPr/>
          <a:p>
            <a:r>
              <a:rPr sz="2000"/>
              <a:t>PPTX Preview Demo Slide</a:t>
            </a:r>
          </a:p>
        </p:txBody>
      </p:sp>
    </p:spTree>
  </p:cSld>
</p:sld>
</file>